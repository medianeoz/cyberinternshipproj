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Stay Safe Online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Cyber Hygiene Tips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Everyone — No Tech Experience Required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80560" y="1572768"/>
            <a:ext cx="3200400" cy="22860"/>
          </a:xfrm>
          <a:prstGeom prst="rect">
            <a:avLst/>
          </a:prstGeom>
          <a:solidFill>
            <a:srgbClr val="0A7A6E"/>
          </a:solidFill>
          <a:ln w="12700">
            <a:solidFill>
              <a:srgbClr val="0A7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691640"/>
            <a:ext cx="2157984" cy="4251960"/>
          </a:xfrm>
          <a:prstGeom prst="roundRect">
            <a:avLst>
              <a:gd name="adj" fmla="val 5085"/>
            </a:avLst>
          </a:prstGeom>
          <a:solidFill>
            <a:srgbClr val="112740"/>
          </a:solidFill>
          <a:ln w="9525">
            <a:solidFill>
              <a:srgbClr val="1A3A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91640"/>
            <a:ext cx="2157984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1892808"/>
            <a:ext cx="768096" cy="768096"/>
          </a:xfrm>
          <a:prstGeom prst="ellipse">
            <a:avLst/>
          </a:prstGeom>
          <a:solidFill>
            <a:srgbClr val="0A7A6E"/>
          </a:solidFill>
          <a:ln w="12700">
            <a:solidFill>
              <a:srgbClr val="0A7A6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039112"/>
            <a:ext cx="475488" cy="47548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048256" y="1819656"/>
            <a:ext cx="274320" cy="27432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48256" y="1819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84048" y="2770632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Strong Passwords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02336" y="3410712"/>
            <a:ext cx="190195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password manager or passphrase with 12+ characters mixing letters, numbers, and symbols.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592324" y="1691640"/>
            <a:ext cx="2157984" cy="4251960"/>
          </a:xfrm>
          <a:prstGeom prst="roundRect">
            <a:avLst>
              <a:gd name="adj" fmla="val 5085"/>
            </a:avLst>
          </a:prstGeom>
          <a:solidFill>
            <a:srgbClr val="112740"/>
          </a:solidFill>
          <a:ln w="9525">
            <a:solidFill>
              <a:srgbClr val="1A3A5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92324" y="1691640"/>
            <a:ext cx="2157984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87268" y="1892808"/>
            <a:ext cx="768096" cy="768096"/>
          </a:xfrm>
          <a:prstGeom prst="ellipse">
            <a:avLst/>
          </a:prstGeom>
          <a:solidFill>
            <a:srgbClr val="0A7A6E"/>
          </a:solidFill>
          <a:ln w="12700">
            <a:solidFill>
              <a:srgbClr val="0A7A6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572" y="2039112"/>
            <a:ext cx="475488" cy="47548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366260" y="1819656"/>
            <a:ext cx="274320" cy="27432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366260" y="1819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2702052" y="2770632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Enable Two-Factor Auth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2720340" y="3410712"/>
            <a:ext cx="190195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second verification step to all important accounts — even if your password leaks, you're protected.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910328" y="1691640"/>
            <a:ext cx="2157984" cy="4251960"/>
          </a:xfrm>
          <a:prstGeom prst="roundRect">
            <a:avLst>
              <a:gd name="adj" fmla="val 5085"/>
            </a:avLst>
          </a:prstGeom>
          <a:solidFill>
            <a:srgbClr val="112740"/>
          </a:solidFill>
          <a:ln w="9525">
            <a:solidFill>
              <a:srgbClr val="1A3A52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910328" y="1691640"/>
            <a:ext cx="2157984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605272" y="1892808"/>
            <a:ext cx="768096" cy="768096"/>
          </a:xfrm>
          <a:prstGeom prst="ellipse">
            <a:avLst/>
          </a:prstGeom>
          <a:solidFill>
            <a:srgbClr val="0A7A6E"/>
          </a:solidFill>
          <a:ln w="12700">
            <a:solidFill>
              <a:srgbClr val="0A7A6E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576" y="2039112"/>
            <a:ext cx="475488" cy="475488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6684264" y="1819656"/>
            <a:ext cx="274320" cy="27432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684264" y="1819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5020056" y="2770632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 Before You Click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5038344" y="3410712"/>
            <a:ext cx="190195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before clicking. Phishing emails often look real — when in doubt, go directly to the site.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7228332" y="1691640"/>
            <a:ext cx="2157984" cy="4251960"/>
          </a:xfrm>
          <a:prstGeom prst="roundRect">
            <a:avLst>
              <a:gd name="adj" fmla="val 5085"/>
            </a:avLst>
          </a:prstGeom>
          <a:solidFill>
            <a:srgbClr val="112740"/>
          </a:solidFill>
          <a:ln w="9525">
            <a:solidFill>
              <a:srgbClr val="1A3A52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228332" y="1691640"/>
            <a:ext cx="2157984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7923276" y="1892808"/>
            <a:ext cx="768096" cy="768096"/>
          </a:xfrm>
          <a:prstGeom prst="ellipse">
            <a:avLst/>
          </a:prstGeom>
          <a:solidFill>
            <a:srgbClr val="0A7A6E"/>
          </a:solidFill>
          <a:ln w="12700">
            <a:solidFill>
              <a:srgbClr val="0A7A6E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9580" y="2039112"/>
            <a:ext cx="475488" cy="475488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9002268" y="1819656"/>
            <a:ext cx="274320" cy="27432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9002268" y="1819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7338060" y="2770632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Software Updated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7356348" y="3410712"/>
            <a:ext cx="190195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patch security vulnerabilities that attackers actively exploit. Enable auto-updates where possible.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9546336" y="1691640"/>
            <a:ext cx="2157984" cy="4251960"/>
          </a:xfrm>
          <a:prstGeom prst="roundRect">
            <a:avLst>
              <a:gd name="adj" fmla="val 5085"/>
            </a:avLst>
          </a:prstGeom>
          <a:solidFill>
            <a:srgbClr val="112740"/>
          </a:solidFill>
          <a:ln w="9525">
            <a:solidFill>
              <a:srgbClr val="1A3A52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9546336" y="1691640"/>
            <a:ext cx="2157984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10241280" y="1892808"/>
            <a:ext cx="768096" cy="768096"/>
          </a:xfrm>
          <a:prstGeom prst="ellipse">
            <a:avLst/>
          </a:prstGeom>
          <a:solidFill>
            <a:srgbClr val="0A7A6E"/>
          </a:solidFill>
          <a:ln w="12700">
            <a:solidFill>
              <a:srgbClr val="0A7A6E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7584" y="2039112"/>
            <a:ext cx="475488" cy="475488"/>
          </a:xfrm>
          <a:prstGeom prst="rect">
            <a:avLst/>
          </a:prstGeom>
        </p:spPr>
      </p:pic>
      <p:sp>
        <p:nvSpPr>
          <p:cNvPr id="43" name="Shape 36"/>
          <p:cNvSpPr/>
          <p:nvPr/>
        </p:nvSpPr>
        <p:spPr>
          <a:xfrm>
            <a:off x="11320272" y="1819656"/>
            <a:ext cx="274320" cy="27432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11320272" y="1819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45" name="Text 38"/>
          <p:cNvSpPr/>
          <p:nvPr/>
        </p:nvSpPr>
        <p:spPr>
          <a:xfrm>
            <a:off x="9656064" y="2770632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 Your Screen</a:t>
            </a:r>
            <a:endParaRPr lang="en-US" sz="1300" dirty="0"/>
          </a:p>
        </p:txBody>
      </p:sp>
      <p:sp>
        <p:nvSpPr>
          <p:cNvPr id="46" name="Text 39"/>
          <p:cNvSpPr/>
          <p:nvPr/>
        </p:nvSpPr>
        <p:spPr>
          <a:xfrm>
            <a:off x="9674352" y="3410712"/>
            <a:ext cx="190195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lock your device when stepping away — even for a moment. Use Win+L or Cmd+Ctrl+Q.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071525"/>
          </a:solidFill>
          <a:ln w="12700">
            <a:solidFill>
              <a:srgbClr val="071525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365760" y="6510528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Xpert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Nurse</a:t>
            </a:r>
            <a:pPr algn="ctr" indent="0" marL="0">
              <a:buNone/>
            </a:pPr>
            <a:r>
              <a:rPr lang="en-US" sz="1200" dirty="0">
                <a:solidFill>
                  <a:srgbClr val="8BBC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|   Protecting patients starts with protecting data</a:t>
            </a:r>
            <a:endParaRPr lang="en-US" sz="1200" dirty="0"/>
          </a:p>
        </p:txBody>
      </p:sp>
      <p:sp>
        <p:nvSpPr>
          <p:cNvPr id="49" name="Shape 42"/>
          <p:cNvSpPr/>
          <p:nvPr/>
        </p:nvSpPr>
        <p:spPr>
          <a:xfrm>
            <a:off x="0" y="6839712"/>
            <a:ext cx="12161520" cy="2286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Hygiene Poster — XpertNurse</dc:title>
  <dc:subject>PptxGenJS Presentation</dc:subject>
  <dc:creator>PptxGenJS</dc:creator>
  <cp:lastModifiedBy>PptxGenJS</cp:lastModifiedBy>
  <cp:revision>1</cp:revision>
  <dcterms:created xsi:type="dcterms:W3CDTF">2026-05-31T18:16:18Z</dcterms:created>
  <dcterms:modified xsi:type="dcterms:W3CDTF">2026-05-31T18:16:18Z</dcterms:modified>
</cp:coreProperties>
</file>